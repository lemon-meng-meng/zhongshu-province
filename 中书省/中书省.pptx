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6"/>
  </p:notesMasterIdLst>
  <p:sldIdLst>
    <p:sldId id="256" r:id="rId4"/>
    <p:sldId id="257" r:id="rId5"/>
  </p:sldIdLst>
  <p:sldSz cx="12192000" cy="6858000"/>
  <p:notesSz cx="6858000" cy="9144000"/>
  <p:defaultTextStyle>
    <a:defPPr>
      <a:defRPr lang="zh-CN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 /><Relationship Id="rId8" Type="http://schemas.openxmlformats.org/officeDocument/2006/relationships/tableStyles" Target="tableStyles.xml" /><Relationship Id="rId9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2219261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1837613323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zh-CN"/>
              <a:t>10/30/2013</a:t>
            </a:fld>
            <a:endParaRPr lang="zh-CN"/>
          </a:p>
        </p:txBody>
      </p:sp>
      <p:sp>
        <p:nvSpPr>
          <p:cNvPr id="1019834413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zh-CN"/>
          </a:p>
        </p:txBody>
      </p:sp>
      <p:sp>
        <p:nvSpPr>
          <p:cNvPr id="528107936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zh-CN"/>
              <a:t>Click to edit Master text styles</a:t>
            </a:r>
            <a:endParaRPr/>
          </a:p>
          <a:p>
            <a:pPr lvl="1">
              <a:defRPr/>
            </a:pPr>
            <a:r>
              <a:rPr lang="zh-CN"/>
              <a:t>Second level</a:t>
            </a:r>
            <a:endParaRPr/>
          </a:p>
          <a:p>
            <a:pPr lvl="2">
              <a:defRPr/>
            </a:pPr>
            <a:r>
              <a:rPr lang="zh-CN"/>
              <a:t>Third level</a:t>
            </a:r>
            <a:endParaRPr/>
          </a:p>
          <a:p>
            <a:pPr lvl="3">
              <a:defRPr/>
            </a:pPr>
            <a:r>
              <a:rPr lang="zh-CN"/>
              <a:t>Fourth level</a:t>
            </a:r>
            <a:endParaRPr/>
          </a:p>
          <a:p>
            <a:pPr lvl="4">
              <a:defRPr/>
            </a:pPr>
            <a:r>
              <a:rPr lang="zh-CN"/>
              <a:t>Fifth level</a:t>
            </a:r>
            <a:endParaRPr lang="zh-CN"/>
          </a:p>
        </p:txBody>
      </p:sp>
      <p:sp>
        <p:nvSpPr>
          <p:cNvPr id="2025582621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66833791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zh-CN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876674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488059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zh-CN">
              <a:latin typeface="Arial"/>
              <a:cs typeface="Arial"/>
            </a:endParaRPr>
          </a:p>
        </p:txBody>
      </p:sp>
      <p:sp>
        <p:nvSpPr>
          <p:cNvPr id="64546850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9F4EC5F-6DC2-C1CA-8EA9-944F9ADC7BF3}" type="slidenum">
              <a:rPr lang="zh-CN"/>
              <a:t/>
            </a:fld>
            <a:endParaRPr 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8227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1423185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zh-CN">
              <a:latin typeface="Arial"/>
              <a:cs typeface="Arial"/>
            </a:endParaRPr>
          </a:p>
        </p:txBody>
      </p:sp>
      <p:sp>
        <p:nvSpPr>
          <p:cNvPr id="2580518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2E59C6C-B33A-973C-7E8E-421E5142408B}" type="slidenum">
              <a:rPr lang="zh-CN"/>
              <a:t/>
            </a:fld>
            <a:endParaRPr 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1807543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zh-CN"/>
              <a:t>Click to edit Master title style</a:t>
            </a:r>
            <a:endParaRPr lang="zh-CN"/>
          </a:p>
        </p:txBody>
      </p:sp>
      <p:sp>
        <p:nvSpPr>
          <p:cNvPr id="1880435583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zh-CN"/>
              <a:t>Click to edit Master subtitle style</a:t>
            </a:r>
            <a:endParaRPr lang="zh-CN"/>
          </a:p>
        </p:txBody>
      </p:sp>
      <p:sp>
        <p:nvSpPr>
          <p:cNvPr id="85813140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zh-CN"/>
              <a:t>30.10.2013</a:t>
            </a:fld>
            <a:endParaRPr lang="zh-CN"/>
          </a:p>
        </p:txBody>
      </p:sp>
      <p:sp>
        <p:nvSpPr>
          <p:cNvPr id="97172872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1657350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630885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zh-CN"/>
              <a:t>Click to edit Master title style</a:t>
            </a:r>
            <a:endParaRPr lang="zh-CN"/>
          </a:p>
        </p:txBody>
      </p:sp>
      <p:sp>
        <p:nvSpPr>
          <p:cNvPr id="1901921102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zh-CN"/>
              <a:t>Click to edit Master text styles</a:t>
            </a:r>
            <a:endParaRPr/>
          </a:p>
          <a:p>
            <a:pPr lvl="1">
              <a:defRPr/>
            </a:pPr>
            <a:r>
              <a:rPr lang="zh-CN"/>
              <a:t>Second level</a:t>
            </a:r>
            <a:endParaRPr/>
          </a:p>
          <a:p>
            <a:pPr lvl="2">
              <a:defRPr/>
            </a:pPr>
            <a:r>
              <a:rPr lang="zh-CN"/>
              <a:t>Third level</a:t>
            </a:r>
            <a:endParaRPr/>
          </a:p>
          <a:p>
            <a:pPr lvl="3">
              <a:defRPr/>
            </a:pPr>
            <a:r>
              <a:rPr lang="zh-CN"/>
              <a:t>Fourth level</a:t>
            </a:r>
            <a:endParaRPr/>
          </a:p>
          <a:p>
            <a:pPr lvl="4">
              <a:defRPr/>
            </a:pPr>
            <a:r>
              <a:rPr lang="zh-CN"/>
              <a:t>Fifth level</a:t>
            </a:r>
            <a:endParaRPr lang="zh-CN"/>
          </a:p>
        </p:txBody>
      </p:sp>
      <p:sp>
        <p:nvSpPr>
          <p:cNvPr id="62214071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zh-CN"/>
              <a:t>30.10.2013</a:t>
            </a:fld>
            <a:endParaRPr lang="zh-CN"/>
          </a:p>
        </p:txBody>
      </p:sp>
      <p:sp>
        <p:nvSpPr>
          <p:cNvPr id="113441904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16457784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7594604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zh-CN"/>
              <a:t>Click to edit Master title style</a:t>
            </a:r>
            <a:endParaRPr lang="zh-CN"/>
          </a:p>
        </p:txBody>
      </p:sp>
      <p:sp>
        <p:nvSpPr>
          <p:cNvPr id="15848303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zh-CN"/>
              <a:t>Click to edit Master text styles</a:t>
            </a:r>
            <a:endParaRPr/>
          </a:p>
        </p:txBody>
      </p:sp>
      <p:sp>
        <p:nvSpPr>
          <p:cNvPr id="48722957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zh-CN"/>
              <a:t>30.10.2013</a:t>
            </a:fld>
            <a:endParaRPr lang="zh-CN"/>
          </a:p>
        </p:txBody>
      </p:sp>
      <p:sp>
        <p:nvSpPr>
          <p:cNvPr id="115773718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1311849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607775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zh-CN"/>
              <a:t>Click to edit Master title style</a:t>
            </a:r>
            <a:endParaRPr lang="zh-CN"/>
          </a:p>
        </p:txBody>
      </p:sp>
      <p:sp>
        <p:nvSpPr>
          <p:cNvPr id="1804355639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zh-CN"/>
              <a:t>Click to edit Master text styles</a:t>
            </a:r>
            <a:endParaRPr/>
          </a:p>
          <a:p>
            <a:pPr lvl="1">
              <a:defRPr/>
            </a:pPr>
            <a:r>
              <a:rPr lang="zh-CN"/>
              <a:t>Second level</a:t>
            </a:r>
            <a:endParaRPr/>
          </a:p>
          <a:p>
            <a:pPr lvl="2">
              <a:defRPr/>
            </a:pPr>
            <a:r>
              <a:rPr lang="zh-CN"/>
              <a:t>Third level</a:t>
            </a:r>
            <a:endParaRPr/>
          </a:p>
          <a:p>
            <a:pPr lvl="3">
              <a:defRPr/>
            </a:pPr>
            <a:r>
              <a:rPr lang="zh-CN"/>
              <a:t>Fourth level</a:t>
            </a:r>
            <a:endParaRPr/>
          </a:p>
          <a:p>
            <a:pPr lvl="4">
              <a:defRPr/>
            </a:pPr>
            <a:r>
              <a:rPr lang="zh-CN"/>
              <a:t>Fifth level</a:t>
            </a:r>
            <a:endParaRPr lang="zh-CN"/>
          </a:p>
        </p:txBody>
      </p:sp>
      <p:sp>
        <p:nvSpPr>
          <p:cNvPr id="1450248049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zh-CN"/>
              <a:t>Click to edit Master text styles</a:t>
            </a:r>
            <a:endParaRPr/>
          </a:p>
          <a:p>
            <a:pPr lvl="1">
              <a:defRPr/>
            </a:pPr>
            <a:r>
              <a:rPr lang="zh-CN"/>
              <a:t>Second level</a:t>
            </a:r>
            <a:endParaRPr/>
          </a:p>
          <a:p>
            <a:pPr lvl="2">
              <a:defRPr/>
            </a:pPr>
            <a:r>
              <a:rPr lang="zh-CN"/>
              <a:t>Third level</a:t>
            </a:r>
            <a:endParaRPr/>
          </a:p>
          <a:p>
            <a:pPr lvl="3">
              <a:defRPr/>
            </a:pPr>
            <a:r>
              <a:rPr lang="zh-CN"/>
              <a:t>Fourth level</a:t>
            </a:r>
            <a:endParaRPr/>
          </a:p>
          <a:p>
            <a:pPr lvl="4">
              <a:defRPr/>
            </a:pPr>
            <a:r>
              <a:rPr lang="zh-CN"/>
              <a:t>Fifth level</a:t>
            </a:r>
            <a:endParaRPr lang="zh-CN"/>
          </a:p>
        </p:txBody>
      </p:sp>
      <p:sp>
        <p:nvSpPr>
          <p:cNvPr id="1498445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zh-CN"/>
              <a:t>30.10.2013</a:t>
            </a:fld>
            <a:endParaRPr lang="zh-CN"/>
          </a:p>
        </p:txBody>
      </p:sp>
      <p:sp>
        <p:nvSpPr>
          <p:cNvPr id="75677373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1225333131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8651184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zh-CN"/>
              <a:t>Click to edit Master title style</a:t>
            </a:r>
            <a:endParaRPr lang="zh-CN"/>
          </a:p>
        </p:txBody>
      </p:sp>
      <p:sp>
        <p:nvSpPr>
          <p:cNvPr id="99482533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zh-CN"/>
              <a:t>Click to edit Master text styles</a:t>
            </a:r>
            <a:endParaRPr/>
          </a:p>
        </p:txBody>
      </p:sp>
      <p:sp>
        <p:nvSpPr>
          <p:cNvPr id="1352606425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zh-CN"/>
              <a:t>Click to edit Master text styles</a:t>
            </a:r>
            <a:endParaRPr/>
          </a:p>
          <a:p>
            <a:pPr lvl="1">
              <a:defRPr/>
            </a:pPr>
            <a:r>
              <a:rPr lang="zh-CN"/>
              <a:t>Second level</a:t>
            </a:r>
            <a:endParaRPr/>
          </a:p>
          <a:p>
            <a:pPr lvl="2">
              <a:defRPr/>
            </a:pPr>
            <a:r>
              <a:rPr lang="zh-CN"/>
              <a:t>Third level</a:t>
            </a:r>
            <a:endParaRPr/>
          </a:p>
          <a:p>
            <a:pPr lvl="3">
              <a:defRPr/>
            </a:pPr>
            <a:r>
              <a:rPr lang="zh-CN"/>
              <a:t>Fourth level</a:t>
            </a:r>
            <a:endParaRPr/>
          </a:p>
          <a:p>
            <a:pPr lvl="4">
              <a:defRPr/>
            </a:pPr>
            <a:r>
              <a:rPr lang="zh-CN"/>
              <a:t>Fifth level</a:t>
            </a:r>
            <a:endParaRPr lang="zh-CN"/>
          </a:p>
        </p:txBody>
      </p:sp>
      <p:sp>
        <p:nvSpPr>
          <p:cNvPr id="892960450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zh-CN"/>
              <a:t>Click to edit Master text styles</a:t>
            </a:r>
            <a:endParaRPr/>
          </a:p>
        </p:txBody>
      </p:sp>
      <p:sp>
        <p:nvSpPr>
          <p:cNvPr id="1135309960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zh-CN"/>
              <a:t>Click to edit Master text styles</a:t>
            </a:r>
            <a:endParaRPr/>
          </a:p>
          <a:p>
            <a:pPr lvl="1">
              <a:defRPr/>
            </a:pPr>
            <a:r>
              <a:rPr lang="zh-CN"/>
              <a:t>Second level</a:t>
            </a:r>
            <a:endParaRPr/>
          </a:p>
          <a:p>
            <a:pPr lvl="2">
              <a:defRPr/>
            </a:pPr>
            <a:r>
              <a:rPr lang="zh-CN"/>
              <a:t>Third level</a:t>
            </a:r>
            <a:endParaRPr/>
          </a:p>
          <a:p>
            <a:pPr lvl="3">
              <a:defRPr/>
            </a:pPr>
            <a:r>
              <a:rPr lang="zh-CN"/>
              <a:t>Fourth level</a:t>
            </a:r>
            <a:endParaRPr/>
          </a:p>
          <a:p>
            <a:pPr lvl="4">
              <a:defRPr/>
            </a:pPr>
            <a:r>
              <a:rPr lang="zh-CN"/>
              <a:t>Fifth level</a:t>
            </a:r>
            <a:endParaRPr lang="zh-CN"/>
          </a:p>
        </p:txBody>
      </p:sp>
      <p:sp>
        <p:nvSpPr>
          <p:cNvPr id="736293330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zh-CN"/>
              <a:t>30.10.2013</a:t>
            </a:fld>
            <a:endParaRPr lang="zh-CN"/>
          </a:p>
        </p:txBody>
      </p:sp>
      <p:sp>
        <p:nvSpPr>
          <p:cNvPr id="647425877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2014429662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262093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zh-CN"/>
              <a:t>Click to edit Master title style</a:t>
            </a:r>
            <a:endParaRPr lang="zh-CN"/>
          </a:p>
        </p:txBody>
      </p:sp>
      <p:sp>
        <p:nvSpPr>
          <p:cNvPr id="1163203050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zh-CN"/>
              <a:t>30.10.2013</a:t>
            </a:fld>
            <a:endParaRPr lang="zh-CN"/>
          </a:p>
        </p:txBody>
      </p:sp>
      <p:sp>
        <p:nvSpPr>
          <p:cNvPr id="1918300390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1492649297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6169447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zh-CN"/>
              <a:t>30.10.2013</a:t>
            </a:fld>
            <a:endParaRPr lang="zh-CN"/>
          </a:p>
        </p:txBody>
      </p:sp>
      <p:sp>
        <p:nvSpPr>
          <p:cNvPr id="320990361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846003497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8506873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zh-CN"/>
              <a:t>Click to edit Master title style</a:t>
            </a:r>
            <a:endParaRPr lang="zh-CN"/>
          </a:p>
        </p:txBody>
      </p:sp>
      <p:sp>
        <p:nvSpPr>
          <p:cNvPr id="274477062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zh-CN"/>
              <a:t>Click to edit Master text styles</a:t>
            </a:r>
            <a:endParaRPr/>
          </a:p>
          <a:p>
            <a:pPr lvl="1">
              <a:defRPr/>
            </a:pPr>
            <a:r>
              <a:rPr lang="zh-CN"/>
              <a:t>Second level</a:t>
            </a:r>
            <a:endParaRPr/>
          </a:p>
          <a:p>
            <a:pPr lvl="2">
              <a:defRPr/>
            </a:pPr>
            <a:r>
              <a:rPr lang="zh-CN"/>
              <a:t>Third level</a:t>
            </a:r>
            <a:endParaRPr/>
          </a:p>
          <a:p>
            <a:pPr lvl="3">
              <a:defRPr/>
            </a:pPr>
            <a:r>
              <a:rPr lang="zh-CN"/>
              <a:t>Fourth level</a:t>
            </a:r>
            <a:endParaRPr/>
          </a:p>
          <a:p>
            <a:pPr lvl="4">
              <a:defRPr/>
            </a:pPr>
            <a:r>
              <a:rPr lang="zh-CN"/>
              <a:t>Fifth level</a:t>
            </a:r>
            <a:endParaRPr lang="zh-CN"/>
          </a:p>
        </p:txBody>
      </p:sp>
      <p:sp>
        <p:nvSpPr>
          <p:cNvPr id="433236646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zh-CN"/>
              <a:t>Click to edit Master text styles</a:t>
            </a:r>
            <a:endParaRPr/>
          </a:p>
        </p:txBody>
      </p:sp>
      <p:sp>
        <p:nvSpPr>
          <p:cNvPr id="165489236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zh-CN"/>
              <a:t>30.10.2013</a:t>
            </a:fld>
            <a:endParaRPr lang="zh-CN"/>
          </a:p>
        </p:txBody>
      </p:sp>
      <p:sp>
        <p:nvSpPr>
          <p:cNvPr id="156413183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96003403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8023567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zh-CN"/>
              <a:t>Click to edit Master title style</a:t>
            </a:r>
            <a:endParaRPr lang="zh-CN"/>
          </a:p>
        </p:txBody>
      </p:sp>
      <p:sp>
        <p:nvSpPr>
          <p:cNvPr id="592588757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zh-CN"/>
              <a:t>Click icon to add picture</a:t>
            </a:r>
            <a:endParaRPr lang="zh-CN"/>
          </a:p>
        </p:txBody>
      </p:sp>
      <p:sp>
        <p:nvSpPr>
          <p:cNvPr id="526767579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zh-CN"/>
              <a:t>Click to edit Master text styles</a:t>
            </a:r>
            <a:endParaRPr/>
          </a:p>
        </p:txBody>
      </p:sp>
      <p:sp>
        <p:nvSpPr>
          <p:cNvPr id="85515264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zh-CN"/>
              <a:t>30.10.2013</a:t>
            </a:fld>
            <a:endParaRPr lang="zh-CN"/>
          </a:p>
        </p:txBody>
      </p:sp>
      <p:sp>
        <p:nvSpPr>
          <p:cNvPr id="54496570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190662858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72482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zh-CN"/>
              <a:t>Click to edit Master title style</a:t>
            </a:r>
            <a:endParaRPr lang="zh-CN"/>
          </a:p>
        </p:txBody>
      </p:sp>
      <p:sp>
        <p:nvSpPr>
          <p:cNvPr id="2040433879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zh-CN"/>
              <a:t>Click to edit Master text styles</a:t>
            </a:r>
            <a:endParaRPr/>
          </a:p>
          <a:p>
            <a:pPr lvl="1">
              <a:defRPr/>
            </a:pPr>
            <a:r>
              <a:rPr lang="zh-CN"/>
              <a:t>Second level</a:t>
            </a:r>
            <a:endParaRPr/>
          </a:p>
          <a:p>
            <a:pPr lvl="2">
              <a:defRPr/>
            </a:pPr>
            <a:r>
              <a:rPr lang="zh-CN"/>
              <a:t>Third level</a:t>
            </a:r>
            <a:endParaRPr/>
          </a:p>
          <a:p>
            <a:pPr lvl="3">
              <a:defRPr/>
            </a:pPr>
            <a:r>
              <a:rPr lang="zh-CN"/>
              <a:t>Fourth level</a:t>
            </a:r>
            <a:endParaRPr/>
          </a:p>
          <a:p>
            <a:pPr lvl="4">
              <a:defRPr/>
            </a:pPr>
            <a:r>
              <a:rPr lang="zh-CN"/>
              <a:t>Fifth level</a:t>
            </a:r>
            <a:endParaRPr lang="zh-CN"/>
          </a:p>
        </p:txBody>
      </p:sp>
      <p:sp>
        <p:nvSpPr>
          <p:cNvPr id="75137458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zh-CN"/>
              <a:t>30.10.2013</a:t>
            </a:fld>
            <a:endParaRPr lang="zh-CN"/>
          </a:p>
        </p:txBody>
      </p:sp>
      <p:sp>
        <p:nvSpPr>
          <p:cNvPr id="166151577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125924667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6656534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zh-CN"/>
              <a:t>Click to edit Master title style</a:t>
            </a:r>
            <a:endParaRPr lang="zh-CN"/>
          </a:p>
        </p:txBody>
      </p:sp>
      <p:sp>
        <p:nvSpPr>
          <p:cNvPr id="1382550213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zh-CN"/>
              <a:t>Click to edit Master text styles</a:t>
            </a:r>
            <a:endParaRPr/>
          </a:p>
          <a:p>
            <a:pPr lvl="1">
              <a:defRPr/>
            </a:pPr>
            <a:r>
              <a:rPr lang="zh-CN"/>
              <a:t>Second level</a:t>
            </a:r>
            <a:endParaRPr/>
          </a:p>
          <a:p>
            <a:pPr lvl="2">
              <a:defRPr/>
            </a:pPr>
            <a:r>
              <a:rPr lang="zh-CN"/>
              <a:t>Third level</a:t>
            </a:r>
            <a:endParaRPr/>
          </a:p>
          <a:p>
            <a:pPr lvl="3">
              <a:defRPr/>
            </a:pPr>
            <a:r>
              <a:rPr lang="zh-CN"/>
              <a:t>Fourth level</a:t>
            </a:r>
            <a:endParaRPr/>
          </a:p>
          <a:p>
            <a:pPr lvl="4">
              <a:defRPr/>
            </a:pPr>
            <a:r>
              <a:rPr lang="zh-CN"/>
              <a:t>Fifth level</a:t>
            </a:r>
            <a:endParaRPr lang="zh-CN"/>
          </a:p>
        </p:txBody>
      </p:sp>
      <p:sp>
        <p:nvSpPr>
          <p:cNvPr id="63705893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zh-CN"/>
              <a:t>30.10.2013</a:t>
            </a:fld>
            <a:endParaRPr lang="zh-CN"/>
          </a:p>
        </p:txBody>
      </p:sp>
      <p:sp>
        <p:nvSpPr>
          <p:cNvPr id="137887199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25388546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1783799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zh-CN"/>
              <a:t>Click to edit Master title style</a:t>
            </a:r>
            <a:endParaRPr lang="zh-CN"/>
          </a:p>
        </p:txBody>
      </p:sp>
      <p:sp>
        <p:nvSpPr>
          <p:cNvPr id="174909995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zh-CN"/>
              <a:t>Click to edit Master text styles</a:t>
            </a:r>
            <a:endParaRPr/>
          </a:p>
          <a:p>
            <a:pPr lvl="1">
              <a:defRPr/>
            </a:pPr>
            <a:r>
              <a:rPr lang="zh-CN"/>
              <a:t>Second level</a:t>
            </a:r>
            <a:endParaRPr/>
          </a:p>
          <a:p>
            <a:pPr lvl="2">
              <a:defRPr/>
            </a:pPr>
            <a:r>
              <a:rPr lang="zh-CN"/>
              <a:t>Third level</a:t>
            </a:r>
            <a:endParaRPr/>
          </a:p>
          <a:p>
            <a:pPr lvl="3">
              <a:defRPr/>
            </a:pPr>
            <a:r>
              <a:rPr lang="zh-CN"/>
              <a:t>Fourth level</a:t>
            </a:r>
            <a:endParaRPr/>
          </a:p>
          <a:p>
            <a:pPr lvl="4">
              <a:defRPr/>
            </a:pPr>
            <a:r>
              <a:rPr lang="zh-CN"/>
              <a:t>Fifth level</a:t>
            </a:r>
            <a:endParaRPr lang="zh-CN"/>
          </a:p>
        </p:txBody>
      </p:sp>
      <p:sp>
        <p:nvSpPr>
          <p:cNvPr id="338941376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zh-CN"/>
              <a:t>30.10.2013</a:t>
            </a:fld>
            <a:endParaRPr lang="zh-CN"/>
          </a:p>
        </p:txBody>
      </p:sp>
      <p:sp>
        <p:nvSpPr>
          <p:cNvPr id="6000771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416297400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zh-CN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gradFill>
          <a:gsLst>
            <a:gs pos="0">
              <a:srgbClr val="7030A0">
                <a:alpha val="72000"/>
              </a:srgbClr>
            </a:gs>
            <a:gs pos="5000">
              <a:srgbClr val="773BA4">
                <a:alpha val="72000"/>
              </a:srgbClr>
            </a:gs>
            <a:gs pos="8000">
              <a:srgbClr val="7B41A7">
                <a:alpha val="72000"/>
              </a:srgbClr>
            </a:gs>
            <a:gs pos="14000">
              <a:srgbClr val="844DAD">
                <a:alpha val="72000"/>
              </a:srgbClr>
            </a:gs>
            <a:gs pos="14000">
              <a:srgbClr val="844DAD">
                <a:alpha val="72000"/>
              </a:srgbClr>
            </a:gs>
            <a:gs pos="17000">
              <a:srgbClr val="8853B0">
                <a:alpha val="72000"/>
              </a:srgbClr>
            </a:gs>
            <a:gs pos="20000">
              <a:srgbClr val="8C59B3">
                <a:alpha val="72000"/>
              </a:srgbClr>
            </a:gs>
            <a:gs pos="21000">
              <a:srgbClr val="8D5BB4">
                <a:alpha val="72000"/>
              </a:srgbClr>
            </a:gs>
            <a:gs pos="42000">
              <a:srgbClr val="AC87C8">
                <a:alpha val="72000"/>
              </a:srgbClr>
            </a:gs>
            <a:gs pos="100000">
              <a:srgbClr val="FFFFFF">
                <a:alpha val="72000"/>
              </a:srgbClr>
            </a:gs>
          </a:gsLst>
          <a:lin ang="162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5450195" name=""/>
          <p:cNvSpPr/>
          <p:nvPr/>
        </p:nvSpPr>
        <p:spPr bwMode="auto">
          <a:xfrm rot="0" flipH="0" flipV="0">
            <a:off x="4494068" y="2161308"/>
            <a:ext cx="3203863" cy="2008909"/>
          </a:xfrm>
          <a:prstGeom prst="flowChartAlternateProcess">
            <a:avLst/>
          </a:prstGeom>
          <a:solidFill>
            <a:schemeClr val="accent1">
              <a:alpha val="2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342881450" name=""/>
          <p:cNvSpPr/>
          <p:nvPr/>
        </p:nvSpPr>
        <p:spPr bwMode="auto">
          <a:xfrm rot="0" flipH="0" flipV="0">
            <a:off x="4494068" y="2161308"/>
            <a:ext cx="3203862" cy="2008908"/>
          </a:xfrm>
          <a:prstGeom prst="flowChartAlternateProcess">
            <a:avLst/>
          </a:prstGeom>
          <a:solidFill>
            <a:schemeClr val="accent1">
              <a:alpha val="2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39028104" name=""/>
          <p:cNvSpPr/>
          <p:nvPr/>
        </p:nvSpPr>
        <p:spPr bwMode="auto">
          <a:xfrm rot="0" flipH="0" flipV="0">
            <a:off x="4494068" y="2161308"/>
            <a:ext cx="3203862" cy="2008908"/>
          </a:xfrm>
          <a:prstGeom prst="flowChartAlternateProcess">
            <a:avLst/>
          </a:prstGeom>
          <a:solidFill>
            <a:schemeClr val="bg1">
              <a:alpha val="2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636353933" name=""/>
          <p:cNvSpPr/>
          <p:nvPr/>
        </p:nvSpPr>
        <p:spPr bwMode="auto">
          <a:xfrm rot="0" flipH="0" flipV="0">
            <a:off x="4494068" y="2161308"/>
            <a:ext cx="3203862" cy="2008908"/>
          </a:xfrm>
          <a:prstGeom prst="flowChartAlternateProcess">
            <a:avLst/>
          </a:prstGeom>
          <a:solidFill>
            <a:schemeClr val="bg1">
              <a:alpha val="2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613744144" name=""/>
          <p:cNvSpPr/>
          <p:nvPr/>
        </p:nvSpPr>
        <p:spPr bwMode="auto">
          <a:xfrm rot="0" flipH="0" flipV="0">
            <a:off x="4494068" y="2161308"/>
            <a:ext cx="3203862" cy="2008908"/>
          </a:xfrm>
          <a:prstGeom prst="flowChartAlternateProcess">
            <a:avLst/>
          </a:prstGeom>
          <a:solidFill>
            <a:schemeClr val="bg1">
              <a:alpha val="2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0.002 L -0.325 -0.212" pathEditMode="relative" ptsTypes="">
                                      <p:cBhvr>
                                        <p:cTn id="12" dur="1000" fill="hold"/>
                                        <p:tgtEl>
                                          <p:spTgt spid="73902810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0.006 L -0.315 0.251" pathEditMode="relative" ptsTypes="">
                                      <p:cBhvr>
                                        <p:cTn id="10" dur="1000" fill="hold"/>
                                        <p:tgtEl>
                                          <p:spTgt spid="3428814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0.004 L 0.33 0.251" pathEditMode="relative" ptsTypes="">
                                      <p:cBhvr>
                                        <p:cTn id="8" dur="1000" fill="hold"/>
                                        <p:tgtEl>
                                          <p:spTgt spid="6363539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323 -0.214" pathEditMode="relative" ptsTypes="">
                                      <p:cBhvr>
                                        <p:cTn id="6" dur="1000" fill="hold"/>
                                        <p:tgtEl>
                                          <p:spTgt spid="6137441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gradFill>
          <a:gsLst>
            <a:gs pos="0">
              <a:srgbClr val="7030A0">
                <a:alpha val="72000"/>
              </a:srgbClr>
            </a:gs>
            <a:gs pos="5000">
              <a:srgbClr val="773BA4">
                <a:alpha val="72000"/>
              </a:srgbClr>
            </a:gs>
            <a:gs pos="8000">
              <a:srgbClr val="7B41A7">
                <a:alpha val="72000"/>
              </a:srgbClr>
            </a:gs>
            <a:gs pos="14000">
              <a:srgbClr val="844DAD">
                <a:alpha val="72000"/>
              </a:srgbClr>
            </a:gs>
            <a:gs pos="14000">
              <a:srgbClr val="844DAD">
                <a:alpha val="72000"/>
              </a:srgbClr>
            </a:gs>
            <a:gs pos="17000">
              <a:srgbClr val="8853B0">
                <a:alpha val="72000"/>
              </a:srgbClr>
            </a:gs>
            <a:gs pos="20000">
              <a:srgbClr val="8C59B3">
                <a:alpha val="72000"/>
              </a:srgbClr>
            </a:gs>
            <a:gs pos="21000">
              <a:srgbClr val="8D5BB4">
                <a:alpha val="72000"/>
              </a:srgbClr>
            </a:gs>
            <a:gs pos="42000">
              <a:srgbClr val="AC87C8">
                <a:alpha val="72000"/>
              </a:srgbClr>
            </a:gs>
            <a:gs pos="100000">
              <a:srgbClr val="FFFFFF">
                <a:alpha val="72000"/>
              </a:srgbClr>
            </a:gs>
          </a:gsLst>
          <a:lin ang="162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8282515" name=""/>
          <p:cNvSpPr/>
          <p:nvPr/>
        </p:nvSpPr>
        <p:spPr bwMode="auto">
          <a:xfrm rot="0" flipH="0" flipV="0">
            <a:off x="4546022" y="2424545"/>
            <a:ext cx="3203862" cy="2008908"/>
          </a:xfrm>
          <a:prstGeom prst="flowChartAlternateProcess">
            <a:avLst/>
          </a:prstGeom>
          <a:solidFill>
            <a:schemeClr val="accent1">
              <a:alpha val="2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sz="1800" b="0" i="0" u="none" strike="noStrike" cap="none" spc="0">
                <a:solidFill>
                  <a:schemeClr val="tx1">
                    <a:lumMod val="90000"/>
                    <a:lumOff val="5000"/>
                  </a:schemeClr>
                </a:solidFill>
                <a:latin typeface="Arial"/>
                <a:ea typeface="Arial"/>
                <a:cs typeface="Arial"/>
              </a:rPr>
              <a:t>删除非</a:t>
            </a:r>
            <a:r>
              <a:rPr lang="zh-CN" sz="1800" b="0" i="0" u="none" strike="noStrike" cap="none" spc="0">
                <a:solidFill>
                  <a:schemeClr val="tx1">
                    <a:lumMod val="90000"/>
                    <a:lumOff val="5000"/>
                  </a:schemeClr>
                </a:solidFill>
                <a:latin typeface="Arial"/>
                <a:ea typeface="Arial"/>
                <a:cs typeface="Arial"/>
              </a:rPr>
              <a:t>“/home/用户名/”</a:t>
            </a:r>
            <a:r>
              <a:rPr lang="zh-CN" sz="1800" b="0" i="0" u="none" strike="noStrike" cap="none" spc="0">
                <a:solidFill>
                  <a:schemeClr val="tx1">
                    <a:lumMod val="90000"/>
                    <a:lumOff val="5000"/>
                  </a:schemeClr>
                </a:solidFill>
                <a:latin typeface="Arial"/>
                <a:ea typeface="Arial"/>
                <a:cs typeface="Arial"/>
              </a:rPr>
              <a:t>目录文件</a:t>
            </a:r>
            <a:endParaRPr lang="zh-CN" sz="1800" b="0" i="0" u="none" strike="noStrike" cap="none" spc="0">
              <a:solidFill>
                <a:schemeClr val="tx1">
                  <a:lumMod val="90000"/>
                  <a:lumOff val="5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571726336" name=""/>
          <p:cNvSpPr/>
          <p:nvPr/>
        </p:nvSpPr>
        <p:spPr bwMode="auto">
          <a:xfrm rot="0" flipH="0" flipV="0">
            <a:off x="839931" y="4239489"/>
            <a:ext cx="3203861" cy="2008908"/>
          </a:xfrm>
          <a:prstGeom prst="flowChartAlternateProcess">
            <a:avLst/>
          </a:prstGeom>
          <a:solidFill>
            <a:schemeClr val="accent1">
              <a:alpha val="2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sz="1800" b="0" i="0" u="none" strike="noStrike" cap="none" spc="0">
                <a:solidFill>
                  <a:schemeClr val="tx1">
                    <a:lumMod val="90000"/>
                    <a:lumOff val="5000"/>
                  </a:schemeClr>
                </a:solidFill>
                <a:latin typeface="Arial"/>
                <a:ea typeface="Arial"/>
                <a:cs typeface="Arial"/>
              </a:rPr>
              <a:t>将文件或文件夹移入非“/home/用户名/”目录下</a:t>
            </a:r>
            <a:endParaRPr lang="zh-CN" sz="1800" b="0" i="0" u="none" strike="noStrike" cap="none" spc="0">
              <a:solidFill>
                <a:schemeClr val="tx1">
                  <a:lumMod val="90000"/>
                  <a:lumOff val="5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1866342554" name=""/>
          <p:cNvSpPr/>
          <p:nvPr/>
        </p:nvSpPr>
        <p:spPr bwMode="auto">
          <a:xfrm rot="0" flipH="0" flipV="0">
            <a:off x="839931" y="619989"/>
            <a:ext cx="3203861" cy="2008908"/>
          </a:xfrm>
          <a:prstGeom prst="flowChartAlternateProcess">
            <a:avLst/>
          </a:prstGeom>
          <a:solidFill>
            <a:schemeClr val="bg1">
              <a:alpha val="2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>
                <a:solidFill>
                  <a:schemeClr val="tx1">
                    <a:lumMod val="90000"/>
                    <a:lumOff val="5000"/>
                  </a:schemeClr>
                </a:solidFill>
              </a:rPr>
              <a:t>二进制文件运行权限</a:t>
            </a:r>
            <a:endParaRPr>
              <a:solidFill>
                <a:schemeClr val="tx1">
                  <a:lumMod val="90000"/>
                  <a:lumOff val="5000"/>
                </a:schemeClr>
              </a:solidFill>
            </a:endParaRPr>
          </a:p>
        </p:txBody>
      </p:sp>
      <p:sp>
        <p:nvSpPr>
          <p:cNvPr id="1710546749" name=""/>
          <p:cNvSpPr/>
          <p:nvPr/>
        </p:nvSpPr>
        <p:spPr bwMode="auto">
          <a:xfrm rot="0" flipH="0" flipV="0">
            <a:off x="8356022" y="4121727"/>
            <a:ext cx="3203861" cy="2008908"/>
          </a:xfrm>
          <a:prstGeom prst="flowChartAlternateProcess">
            <a:avLst/>
          </a:prstGeom>
          <a:solidFill>
            <a:schemeClr val="bg1">
              <a:alpha val="2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sz="1800" b="0" i="0" u="none" strike="noStrike" cap="none" spc="0">
                <a:solidFill>
                  <a:schemeClr val="tx1">
                    <a:lumMod val="90000"/>
                    <a:lumOff val="5000"/>
                  </a:schemeClr>
                </a:solidFill>
                <a:latin typeface="Arial"/>
                <a:ea typeface="Arial"/>
                <a:cs typeface="Arial"/>
              </a:rPr>
              <a:t>非</a:t>
            </a:r>
            <a:r>
              <a:rPr lang="zh-CN" sz="1800" b="0" i="0" u="none" strike="noStrike" cap="none" spc="0">
                <a:solidFill>
                  <a:schemeClr val="tx1">
                    <a:lumMod val="90000"/>
                    <a:lumOff val="5000"/>
                  </a:schemeClr>
                </a:solidFill>
                <a:latin typeface="Arial"/>
                <a:ea typeface="Arial"/>
                <a:cs typeface="Arial"/>
              </a:rPr>
              <a:t>/home/用户名/”</a:t>
            </a:r>
            <a:r>
              <a:rPr lang="zh-CN" sz="1800" b="0" i="0" u="none" strike="noStrike" cap="none" spc="0">
                <a:solidFill>
                  <a:schemeClr val="tx1">
                    <a:lumMod val="90000"/>
                    <a:lumOff val="5000"/>
                  </a:schemeClr>
                </a:solidFill>
                <a:latin typeface="Arial"/>
                <a:ea typeface="Arial"/>
                <a:cs typeface="Arial"/>
              </a:rPr>
              <a:t>目录</a:t>
            </a:r>
            <a:r>
              <a:rPr lang="zh-CN" sz="1800" b="0" i="0" u="none" strike="noStrike" cap="none" spc="0">
                <a:solidFill>
                  <a:schemeClr val="tx1">
                    <a:lumMod val="90000"/>
                    <a:lumOff val="5000"/>
                  </a:schemeClr>
                </a:solidFill>
                <a:latin typeface="Arial"/>
                <a:ea typeface="Arial"/>
                <a:cs typeface="Arial"/>
              </a:rPr>
              <a:t>下重命名</a:t>
            </a:r>
            <a:endParaRPr lang="zh-CN" sz="1800" b="0" i="0" u="none" strike="noStrike" cap="none" spc="0">
              <a:solidFill>
                <a:schemeClr val="tx1">
                  <a:lumMod val="90000"/>
                  <a:lumOff val="5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1059237876" name=""/>
          <p:cNvSpPr/>
          <p:nvPr/>
        </p:nvSpPr>
        <p:spPr bwMode="auto">
          <a:xfrm rot="0" flipH="0" flipV="0">
            <a:off x="8356022" y="619989"/>
            <a:ext cx="3203861" cy="2008908"/>
          </a:xfrm>
          <a:prstGeom prst="flowChartAlternateProcess">
            <a:avLst/>
          </a:prstGeom>
          <a:solidFill>
            <a:schemeClr val="bg1">
              <a:alpha val="2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sz="1800" b="0" i="0" u="none" strike="noStrike" cap="none" spc="0">
                <a:solidFill>
                  <a:schemeClr val="tx1">
                    <a:lumMod val="90000"/>
                    <a:lumOff val="5000"/>
                  </a:schemeClr>
                </a:solidFill>
                <a:latin typeface="Arial"/>
                <a:ea typeface="Arial"/>
                <a:cs typeface="Arial"/>
              </a:rPr>
              <a:t>非</a:t>
            </a:r>
            <a:r>
              <a:rPr lang="zh-CN" sz="1800" b="0" i="0" u="none" strike="noStrike" cap="none" spc="0">
                <a:solidFill>
                  <a:schemeClr val="tx1">
                    <a:lumMod val="90000"/>
                    <a:lumOff val="5000"/>
                  </a:schemeClr>
                </a:solidFill>
                <a:latin typeface="Arial"/>
                <a:ea typeface="Arial"/>
                <a:cs typeface="Arial"/>
              </a:rPr>
              <a:t>“/home/用户名/”</a:t>
            </a:r>
            <a:r>
              <a:rPr lang="zh-CN" sz="1800" b="0" i="0" u="none" strike="noStrike" cap="none" spc="0">
                <a:solidFill>
                  <a:schemeClr val="tx1">
                    <a:lumMod val="90000"/>
                    <a:lumOff val="5000"/>
                  </a:schemeClr>
                </a:solidFill>
                <a:latin typeface="Arial"/>
                <a:ea typeface="Arial"/>
                <a:cs typeface="Arial"/>
              </a:rPr>
              <a:t>目录</a:t>
            </a:r>
            <a:r>
              <a:rPr lang="zh-CN" sz="1800" b="0" i="0" u="none" strike="noStrike" cap="none" spc="0">
                <a:solidFill>
                  <a:schemeClr val="tx1">
                    <a:lumMod val="90000"/>
                    <a:lumOff val="5000"/>
                  </a:schemeClr>
                </a:solidFill>
                <a:latin typeface="Arial"/>
                <a:ea typeface="Arial"/>
                <a:cs typeface="Arial"/>
              </a:rPr>
              <a:t>下新建文件夹</a:t>
            </a:r>
            <a:endParaRPr lang="zh-CN" sz="1800" b="0" i="0" u="none" strike="noStrike" cap="none" spc="0">
              <a:solidFill>
                <a:schemeClr val="tx1">
                  <a:lumMod val="90000"/>
                  <a:lumOff val="5000"/>
                </a:schemeClr>
              </a:solidFill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ONLYOFFICE/9.2.1.43</Application>
  <PresentationFormat>On-screen Show (4:3)</PresentationFormat>
  <Paragraphs>0</Paragraphs>
  <Slides>2</Slides>
  <Notes>2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Theme 1</vt:lpstr>
      <vt:lpstr>Slide 1</vt:lpstr>
      <vt:lpstr>Slide 2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7</cp:revision>
  <dcterms:modified xsi:type="dcterms:W3CDTF">2026-03-29T02:34:04Z</dcterms:modified>
</cp:coreProperties>
</file>